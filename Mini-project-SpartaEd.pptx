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0fe12087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0fe120877_0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0fe12087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0fe12087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0fe12087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0fe12087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fe12087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0fe120877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w angle view of building corner against the clear blue sky" id="101" name="Google Shape;101;p13"/>
          <p:cNvPicPr preferRelativeResize="0"/>
          <p:nvPr/>
        </p:nvPicPr>
        <p:blipFill rotWithShape="1">
          <a:blip r:embed="rId3">
            <a:alphaModFix amt="35000"/>
          </a:blip>
          <a:srcRect b="7330" l="0" r="0" t="1767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GB"/>
              <a:t> Building and Analysing a Relational Database</a:t>
            </a:r>
            <a:endParaRPr/>
          </a:p>
        </p:txBody>
      </p:sp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Sparta Global – Model Data Engineering with AI</a:t>
            </a:r>
            <a:endParaRPr/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 Michael Cooksley</a:t>
            </a:r>
            <a:endParaRPr/>
          </a:p>
          <a:p>
            <a:pPr indent="-1270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Alina Arus</a:t>
            </a:r>
            <a:endParaRPr/>
          </a:p>
          <a:p>
            <a:pPr indent="-114300" lvl="0" marL="91440" rtl="0" algn="ctr"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GB"/>
              <a:t>Matthew Newton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25743" y="0"/>
            <a:ext cx="12192000" cy="633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>
            <p:ph type="title"/>
          </p:nvPr>
        </p:nvSpPr>
        <p:spPr>
          <a:xfrm>
            <a:off x="5181601" y="634946"/>
            <a:ext cx="6368142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GB"/>
              <a:t>Project Overview</a:t>
            </a:r>
            <a:endParaRPr/>
          </a:p>
        </p:txBody>
      </p:sp>
      <p:pic>
        <p:nvPicPr>
          <p:cNvPr descr="Top view of cubes connected with black lines" id="114" name="Google Shape;114;p14"/>
          <p:cNvPicPr preferRelativeResize="0"/>
          <p:nvPr/>
        </p:nvPicPr>
        <p:blipFill rotWithShape="1">
          <a:blip r:embed="rId3">
            <a:alphaModFix/>
          </a:blip>
          <a:srcRect b="6" l="29747" r="19446" t="0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4"/>
          <p:cNvCxnSpPr/>
          <p:nvPr/>
        </p:nvCxnSpPr>
        <p:spPr>
          <a:xfrm>
            <a:off x="5287617" y="2085703"/>
            <a:ext cx="6170686" cy="0"/>
          </a:xfrm>
          <a:prstGeom prst="straightConnector1">
            <a:avLst/>
          </a:prstGeom>
          <a:noFill/>
          <a:ln cap="flat" cmpd="sng" w="9525">
            <a:solidFill>
              <a:srgbClr val="7F7F7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4"/>
          <p:cNvSpPr txBox="1"/>
          <p:nvPr>
            <p:ph idx="1" type="body"/>
          </p:nvPr>
        </p:nvSpPr>
        <p:spPr>
          <a:xfrm>
            <a:off x="5181601" y="2198914"/>
            <a:ext cx="6368142" cy="36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GB"/>
              <a:t>Objective</a:t>
            </a:r>
            <a:endParaRPr b="1"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The aim of this project was to transform the Olist Brazilian E-commerce dataset into a relational SQL database and perform business analysis using SQL.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T</a:t>
            </a:r>
            <a:r>
              <a:rPr b="1" lang="en-GB"/>
              <a:t>echnologies</a:t>
            </a:r>
            <a:endParaRPr b="1"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SQL Server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SSMS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Git &amp; GitHub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GB"/>
              <a:t>VS Code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screenshot of a graph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5961" y="174172"/>
            <a:ext cx="12571297" cy="61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97708" y="728905"/>
            <a:ext cx="2479238" cy="5103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b="1" lang="en-GB" sz="1600"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6" title="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725" y="152400"/>
            <a:ext cx="9898275" cy="595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1066805" y="737103"/>
            <a:ext cx="100584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n-GB" sz="2400"/>
              <a:t>Development Issues</a:t>
            </a:r>
            <a:endParaRPr b="1" sz="2400"/>
          </a:p>
        </p:txBody>
      </p:sp>
      <p:sp>
        <p:nvSpPr>
          <p:cNvPr id="135" name="Google Shape;135;p17"/>
          <p:cNvSpPr txBox="1"/>
          <p:nvPr/>
        </p:nvSpPr>
        <p:spPr>
          <a:xfrm>
            <a:off x="1366950" y="2013125"/>
            <a:ext cx="10348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Calibri"/>
              <a:buChar char="●"/>
            </a:pPr>
            <a:r>
              <a:rPr lang="en-GB" sz="2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Had issues with original database - too messy, very long strings and not appropriate for an extensive db schema</a:t>
            </a:r>
            <a:endParaRPr sz="2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Calibri"/>
              <a:buChar char="●"/>
            </a:pPr>
            <a:r>
              <a:rPr lang="en-GB" sz="2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Cleaning fairly easy for second database - used pandas to replace some portuguese text with English</a:t>
            </a:r>
            <a:endParaRPr sz="2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Calibri"/>
              <a:buChar char="●"/>
            </a:pPr>
            <a:r>
              <a:rPr lang="en-GB" sz="2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Had some issues with using creation script with bulk import - found a workaround</a:t>
            </a:r>
            <a:br>
              <a:rPr lang="en-GB" sz="2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(due to a bug with sql issues importing CHAR strings in bulk</a:t>
            </a:r>
            <a:endParaRPr sz="2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1097280" y="286603"/>
            <a:ext cx="100584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n-GB" sz="1800"/>
              <a:t>CREATION &amp; BULK INSERTION SCRIPTS</a:t>
            </a:r>
            <a:endParaRPr b="1" sz="1800"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9375" y="983400"/>
            <a:ext cx="5438075" cy="52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83400"/>
            <a:ext cx="5578050" cy="52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1097280" y="286603"/>
            <a:ext cx="100584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n-GB" sz="1800"/>
              <a:t>SQL Database</a:t>
            </a:r>
            <a:endParaRPr b="1" sz="1800"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650" y="1060600"/>
            <a:ext cx="8752700" cy="51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1873134" y="286603"/>
            <a:ext cx="9282546" cy="4947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rPr b="1" lang="en-GB" sz="1800"/>
              <a:t>SQL Analysis</a:t>
            </a:r>
            <a:endParaRPr b="1" sz="1800"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250" y="933800"/>
            <a:ext cx="10567599" cy="51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1097280" y="286603"/>
            <a:ext cx="10058400" cy="564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GB"/>
              <a:t>Performance Optimisation </a:t>
            </a:r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3075"/>
            <a:ext cx="10791051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ctrTitle"/>
          </p:nvPr>
        </p:nvSpPr>
        <p:spPr>
          <a:xfrm>
            <a:off x="1097280" y="758952"/>
            <a:ext cx="100584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GB" sz="4800"/>
              <a:t>Conclusion </a:t>
            </a:r>
            <a:endParaRPr sz="4800"/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1100051" y="1718516"/>
            <a:ext cx="100584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GB"/>
              <a:t>This project demonstrated the complete lifecycle of building a relational database from raw data.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GB"/>
              <a:t>By cleaning, modelling and analysing the dataset, we created a reliable database that supports efficient querying and business decision-making.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GB"/>
              <a:t>The project strengthened our practical skills in SQL Server, database design, ETL concepts. </a:t>
            </a:r>
            <a:endParaRPr/>
          </a:p>
          <a:p>
            <a:pPr indent="-1333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GB"/>
              <a:t>In future, the solution could be extended with automated ETL pipelines, dashboards and cloud-based deployment.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3"/>
          <p:cNvSpPr/>
          <p:nvPr/>
        </p:nvSpPr>
        <p:spPr>
          <a:xfrm>
            <a:off x="0" y="-1"/>
            <a:ext cx="12192001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 txBox="1"/>
          <p:nvPr>
            <p:ph type="title"/>
          </p:nvPr>
        </p:nvSpPr>
        <p:spPr>
          <a:xfrm>
            <a:off x="5289754" y="639097"/>
            <a:ext cx="6253317" cy="3686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lang="en-GB" sz="8000">
                <a:solidFill>
                  <a:srgbClr val="262626"/>
                </a:solidFill>
              </a:rPr>
              <a:t>Questions?</a:t>
            </a:r>
            <a:endParaRPr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5289753" y="4455621"/>
            <a:ext cx="6269347" cy="1238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2400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pic>
        <p:nvPicPr>
          <p:cNvPr descr="Wood human figure" id="177" name="Google Shape;177;p23"/>
          <p:cNvPicPr preferRelativeResize="0"/>
          <p:nvPr/>
        </p:nvPicPr>
        <p:blipFill rotWithShape="1">
          <a:blip r:embed="rId3">
            <a:alphaModFix/>
          </a:blip>
          <a:srcRect b="-3" l="2173" r="52777" t="0"/>
          <a:stretch/>
        </p:blipFill>
        <p:spPr>
          <a:xfrm>
            <a:off x="-1" y="10"/>
            <a:ext cx="4635315" cy="68579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3"/>
          <p:cNvCxnSpPr/>
          <p:nvPr/>
        </p:nvCxnSpPr>
        <p:spPr>
          <a:xfrm>
            <a:off x="5447071" y="4343400"/>
            <a:ext cx="5636107" cy="0"/>
          </a:xfrm>
          <a:prstGeom prst="straightConnector1">
            <a:avLst/>
          </a:prstGeom>
          <a:noFill/>
          <a:ln cap="flat" cmpd="sng" w="9525">
            <a:solidFill>
              <a:schemeClr val="dk2">
                <a:alpha val="90196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